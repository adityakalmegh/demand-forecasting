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8" r:id="rId2"/>
    <p:sldId id="257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c516a42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4c516a42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D6FCEF-07C1-D4D8-E98A-6D184C840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4" y="578151"/>
            <a:ext cx="7751618" cy="37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95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28BBC5-7AE3-6879-F309-2A4F6284A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8" y="422622"/>
            <a:ext cx="8139545" cy="2346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Kalmegh, Aditya (DOC)</cp:lastModifiedBy>
  <cp:revision>1</cp:revision>
  <dcterms:modified xsi:type="dcterms:W3CDTF">2026-07-14T14:17:28Z</dcterms:modified>
</cp:coreProperties>
</file>