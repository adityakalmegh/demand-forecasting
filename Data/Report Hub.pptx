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4c516a425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4c516a425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775064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714444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